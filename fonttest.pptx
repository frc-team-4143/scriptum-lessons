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52500"/>
            <a:ext cx="15240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latin typeface="Geist"/>
              </a:rPr>
              <a:t>Geist: The quick brown fox 0123 {}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81250"/>
            <a:ext cx="15240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latin typeface="Inter"/>
              </a:rPr>
              <a:t>Inter: The quick brown fox 0123 {}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10000"/>
            <a:ext cx="15240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latin typeface="Roboto Mono"/>
              </a:rPr>
              <a:t>Roboto Mono: The quick brown fox 0123 {}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38750"/>
            <a:ext cx="15240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latin typeface="Geist Mono"/>
              </a:rPr>
              <a:t>Geist Mono: The quick brown fox 0123 {}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667500"/>
            <a:ext cx="15240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latin typeface="Arial"/>
              </a:rPr>
              <a:t>Arial: The quick brown fox 0123 {}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